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3EAD-ECD4-B1DE-0150-2718F4DF7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347B7-81F0-2E18-D59D-4E4EDD18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B5BE4-8BBA-1A98-5180-F3F07AA4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EAB75-EF9E-B884-AE50-C632EDDE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84AF5-7BDD-5429-F335-891629E9B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02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E292-6272-FE08-02EA-D901BEBC0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A3EE-AB06-316B-5CCD-31FD1744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4D5CF-07B4-427F-F61D-4E0203DD2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694D1-4FB1-517A-BDF1-90B42136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EB708-5812-8D17-1165-E96C1C2E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68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612D3-08A0-EB43-375D-97A42423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17C84-0AB3-AD94-2C44-0D3E92419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86A63-A4AC-4EA0-282C-60200128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CF798-54F7-9E65-F0D6-F1F75B41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ECE7C-6FE9-7149-24BE-05973566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49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8F70-1B5D-B39B-37E4-DFA7DD8D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10D85-A762-6CEF-E6B2-5CFCBCFAE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AA7A0-53CF-50B0-D862-B83583B84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A53C0-A7BB-F6CE-2F79-8EFF647C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1CF8B-9452-FCC0-EB6C-C20248852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5188-D419-48B7-E8F2-BD1388D0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199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98E17-5A29-83B7-6E0B-7A9A4021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E9D13-5443-9E5B-D00C-BF74CAE00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15D3C-3D64-C037-2502-E38041E51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A0E1A-6FB4-B8F0-2BF3-AF7209DF1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B22A4-AC5C-AB6E-E5D7-3A340D34A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90E34-2BBE-9DC0-9565-219682F6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14B6C-7CC1-E4FD-F924-6513456A0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AF8F5C-BDD1-EBA4-677F-9FCEBA4C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29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9DE2-3DBD-E3A7-0AE2-EDBAF243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C5916-9F8A-11E6-1597-FB289BF1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B96E4-3CEB-FE61-BEEF-1DC59D84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BE1A1-52F9-E6D2-ADC2-A7DBAEF2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57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F228D8-929D-D932-0B55-857BA7625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B4FA5-5888-5489-478A-430852C59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4572-1510-F37D-AD63-D60243AA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174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2E4AC-C84E-11C6-9A80-253FBCF37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7BE9F-DA44-ED74-7465-DA2F9C0A2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EFB17-A086-A6FF-7874-677BDE744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DB795-A518-EA98-7486-10AFE9AA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F45DC-F27A-0C5F-E8E4-D20411A8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A81AC2-3068-63FA-AD3C-EC02FFC1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48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3374-09AD-AB7F-DE72-231C1B81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A88A1-71F5-AAC1-80C0-15209D4BB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98E64-55C1-DBB8-3195-D460F4DC5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2155E-D042-996D-A97A-D0FC9DBE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04C10-4DF8-E395-6FF3-E3D6B469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A5344-FDA9-3D62-89EA-0A0AE8B3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438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03EA-4FB8-9312-AF06-1737606E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38F33-397B-BF3E-24FB-1AE557CC5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310D6-3389-F16F-31FF-83A59FFC2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1A6D6-044B-D32A-CF40-DB6A73C8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BD3F7-DCD0-187C-E475-76B7426BD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63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1C9A4E-F605-010B-D956-FB10C1A2B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4B5C3-3924-F2F1-659D-ACF978FE8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A8A4C-0566-9E32-7E03-5F89251D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D0575-FC84-1144-9579-7192EA0A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335FD-EC38-6A09-4207-1516D7A6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5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FAECB-310C-3E08-A758-5434A387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6FFB-E662-532D-A5BE-E703593C1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B0B3C-02ED-D65E-FE6E-412D20561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2F36F-4762-4302-A6AF-EDCA9241FE66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84571-CFA0-2F66-ED82-98C9FEE84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199B1-2BE8-7C68-A930-7311A25C7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74285-72BD-4A06-AE6B-5F5729CE9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9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CDA09D-20C4-D698-0EFB-829B54AC5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159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70A10-8EE9-C611-70F4-87006B84D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3BE93E-0B33-704D-C5EA-3CBF1569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96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AE87-C7DE-3519-36CF-951339622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621E54-36BE-E7EB-CAF2-4E7ABC28E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76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3A8AB-3BAA-D164-441D-AC5F90F1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A8DA25-314E-B504-5035-2B595B570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3591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5F0A2-BCE3-93AB-17FD-89F25B00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1C719-BBE3-E073-3F61-61A6F93B6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5525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37DCE-6CC0-EDB1-7C0C-5F6E34B1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28A79-B96E-1633-92CA-C54CE53E7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3038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662B-9EC5-0EFF-6FD3-34E6A184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8DBC4B-A4AD-442F-9653-1481EF9F2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054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3312-CB87-2CA4-D26B-2DFE016D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24A8E0-3AB9-25DB-6B6D-A2726C48F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5162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0FEF-13CF-8946-2109-EFB34992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DB16F-F718-9F5A-D8B5-EDA0B9FA3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7749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F39EE-FCCA-6CC9-0F12-9F975966D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C9B4F-EFB1-44F0-744C-0CE29FDD4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6526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3579-1CBF-45BA-3A27-5DF1510B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FCE7D-75A1-37F4-C322-316ABC054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97399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6755-6F95-561E-23B7-D9E1DAC22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E7CFA2-0CF0-547F-4151-129C011CBB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204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773F-3242-596C-CFEA-4C881AE1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C4084-9914-9E11-2861-2C19683B0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8995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9C324-DF75-8C36-4CA3-024A1303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A443F-193F-8AA7-832D-AE2353A62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2525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19AD3-0346-C342-8167-F5A5E08B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DBE1E-AB9F-B4D4-7B23-0D8BACD5B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932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12A5-DC3E-0AAA-C2EF-2C9F02484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53F41-50C9-B48F-A23E-0A42C1C26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059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723A-2476-5718-0F79-41FC6B22B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EF25D-8471-77B1-B8AD-8E226E8DB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33135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Ravinder singh</dc:creator>
  <cp:lastModifiedBy>Ravinder singh</cp:lastModifiedBy>
  <cp:revision>2</cp:revision>
  <dcterms:created xsi:type="dcterms:W3CDTF">2026-01-07T03:01:31Z</dcterms:created>
  <dcterms:modified xsi:type="dcterms:W3CDTF">2026-01-07T10:00:21Z</dcterms:modified>
</cp:coreProperties>
</file>